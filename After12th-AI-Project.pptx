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6B0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FF6B00">
              <a:alpha val="30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8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EDTECH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AFTER12TH </a:t>
            </a:r>
            <a:pPr indent="0" marL="0">
              <a:buNone/>
            </a:pPr>
            <a:r>
              <a:rPr lang="en-US" sz="8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NEET &amp; JEE with Your Personal AI Tutor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13816" y="420624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4297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3816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11296" y="420624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4297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11296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420624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4297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08776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06256" y="420624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4297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906256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Cherry • Powered by Google Gemini • Secured by Firebase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AFTER12TH AI?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full-stack web platform built for Indian Class 12 students preparing for NEET (medical) and JEE (engineering) — combining AI tutoring, mock tests, rank prediction, and college guidance in one place.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17M+ Indian students take NEET/JEE every year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costs ₹2-5 lakhs and excludes most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teaches AND guides admissions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Hinglish-friendly AI mentorship is rare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96596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574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NEET + JEE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9720" y="196596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0574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89720" y="2423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+ Hinglish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→ ₹499/mo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89720" y="32918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972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(Mumbai DB)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461772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709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5074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+ Email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89720" y="461772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4709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9720" y="5074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Cross-Device Cloud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and 100% on free tiers.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5920"/>
            <a:ext cx="3657600" cy="502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bundler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1688" y="164592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1645920"/>
            <a:ext cx="365760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361688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0288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(server.cjs)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0288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Rate Limit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0288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 protection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0288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dotenv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middleware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90288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fetch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0288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Gemini 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66176" y="164592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1645920"/>
            <a:ext cx="3657600" cy="50292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3" name="Text 31"/>
          <p:cNvSpPr/>
          <p:nvPr/>
        </p:nvSpPr>
        <p:spPr>
          <a:xfrm>
            <a:off x="8266176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 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94776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94776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brain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94776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94776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sign-in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94776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(Mumbai)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94776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 database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94776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94776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ONE SESSION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"is this complete?" to a secure, cloud-connected production app.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SWAP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67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paid Claude API with FREE Google Gemini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0488" y="173736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2011680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67728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2267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Email + Google one-click sign-in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SYNC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stores progress across devices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0488" y="2898648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317296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67728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RULES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 (production-grade)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59936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34440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×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20→50 NEET Qs · 15→45 JEE Qs · 28→53 colleges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0488" y="4059936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334256"/>
            <a:ext cx="457200" cy="45720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67728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FAQ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67728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 accordion with smooth animations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221224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495544"/>
            <a:ext cx="457200" cy="45720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34440" y="5385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BUG FIXES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34440" y="5751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credit, Google logo, mojibake, redirect bug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90488" y="5221224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73368" y="5495544"/>
            <a:ext cx="457200" cy="45720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6" name="Text 44"/>
          <p:cNvSpPr/>
          <p:nvPr/>
        </p:nvSpPr>
        <p:spPr>
          <a:xfrm>
            <a:off x="6373368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67728" y="5385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PIPELINE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67728" y="5751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HTML + React app coexist cleanly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AI: PAID → FREE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3B1F1F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 Claude API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 paid Anthropic account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 minimum top-up to activate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per 1M input tokens, $15 per 1M output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mandatory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for student users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0F2E1F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371600"/>
            <a:ext cx="5486400" cy="50292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371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28232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 2.5 Flash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28232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— no credit card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requests / minute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requests / day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 / minute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answers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&amp; CLOUD SYNC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Shape 6"/>
          <p:cNvSpPr/>
          <p:nvPr/>
        </p:nvSpPr>
        <p:spPr>
          <a:xfrm>
            <a:off x="609448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8" y="1554480"/>
            <a:ext cx="246888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0" name="Text 8"/>
          <p:cNvSpPr/>
          <p:nvPr/>
        </p:nvSpPr>
        <p:spPr>
          <a:xfrm>
            <a:off x="700888" y="15910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44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448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6616" y="2304288"/>
            <a:ext cx="329184" cy="329184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444088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4088" y="1554480"/>
            <a:ext cx="246888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535528" y="15910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408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44088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JWT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31256" y="2304288"/>
            <a:ext cx="329184" cy="329184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8728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1554480"/>
            <a:ext cx="2468880" cy="365760"/>
          </a:xfrm>
          <a:prstGeom prst="rect">
            <a:avLst/>
          </a:prstGeom>
          <a:solidFill>
            <a:srgbClr val="FF8C33"/>
          </a:solidFill>
          <a:ln/>
        </p:spPr>
      </p:sp>
      <p:sp>
        <p:nvSpPr>
          <p:cNvPr id="22" name="Text 20"/>
          <p:cNvSpPr/>
          <p:nvPr/>
        </p:nvSpPr>
        <p:spPr>
          <a:xfrm>
            <a:off x="6370168" y="15910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2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78728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mock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plans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65896" y="2304288"/>
            <a:ext cx="329184" cy="329184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113368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13368" y="1554480"/>
            <a:ext cx="2468880" cy="3657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8" name="Text 26"/>
          <p:cNvSpPr/>
          <p:nvPr/>
        </p:nvSpPr>
        <p:spPr>
          <a:xfrm>
            <a:off x="9204808" y="15910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1336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FIRESTORE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(MUMBAI)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13368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users/{uid}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11274552" cy="2560320"/>
          </a:xfrm>
          <a:prstGeom prst="roundRect">
            <a:avLst>
              <a:gd name="adj" fmla="val 4286"/>
            </a:avLst>
          </a:prstGeom>
          <a:solidFill>
            <a:srgbClr val="112240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 RULES — PUBLISHED &amp; LIVE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2519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authenticated users can read or write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can ONLY access users/{their-own-uid}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visitors and other users are blocked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everything else (no random collection writes)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30-day expiry — production-grade, permanent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FEATURES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TUTOR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explanations in English or Hinglish for Physics, Chemistry, Biology &amp; Maths.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14630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173736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13248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 TESTS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6008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NTA-pattern tests with timer, NEET +4/-1 scoring and detailed analysis after submission.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66176" y="14630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1737360"/>
            <a:ext cx="640080" cy="64008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17736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 PREDICTOR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0496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mock score to estimate AIR &amp; percentile from historical NEET/JEE cutoffs.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6052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0876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COLLEGE FINDER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colleges with NIRF, fees, cutoffs and branch filters for rank-based shortlisting.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61688" y="38862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416052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4636008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13248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 GUIDE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36008" y="4937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 quiz that uses AI to recommend the best engineering or medical branch.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66176" y="38862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0496" y="4160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8540496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17736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 PLANNER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40496" y="4937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personalised weekly timetable based on exam date and weak subjects.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EXPANSION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2542032"/>
            <a:ext cx="457200" cy="310896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56032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8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3880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61688" y="15544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QUESTIONS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53128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4453128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2542032"/>
            <a:ext cx="457200" cy="310896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464808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8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93208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38808"/>
          </a:solidFill>
          <a:ln/>
        </p:spPr>
      </p:sp>
      <p:sp>
        <p:nvSpPr>
          <p:cNvPr id="25" name="Text 23"/>
          <p:cNvSpPr/>
          <p:nvPr/>
        </p:nvSpPr>
        <p:spPr>
          <a:xfrm>
            <a:off x="5093208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66176" y="15544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57616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8357616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66376" y="2542032"/>
            <a:ext cx="457200" cy="310896"/>
          </a:xfrm>
          <a:prstGeom prst="rightArrow">
            <a:avLst/>
          </a:prstGeom>
          <a:solidFill>
            <a:srgbClr val="FF6B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369296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10369296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8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97696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38808"/>
          </a:solidFill>
          <a:ln/>
        </p:spPr>
      </p:sp>
      <p:sp>
        <p:nvSpPr>
          <p:cNvPr id="34" name="Text 32"/>
          <p:cNvSpPr/>
          <p:nvPr/>
        </p:nvSpPr>
        <p:spPr>
          <a:xfrm>
            <a:off x="8997696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+89%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00" y="4937760"/>
            <a:ext cx="11274552" cy="1325880"/>
          </a:xfrm>
          <a:prstGeom prst="roundRect">
            <a:avLst>
              <a:gd name="adj" fmla="val 827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02536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02536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64992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27448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Physics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9904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9904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Chem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52360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Inorganic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814816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14816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177272" y="53492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77272" y="5349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Biology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02536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02536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64992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27448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27448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9904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9904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52360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814816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14816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177272" y="57607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FF6B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177272" y="5760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 POLISH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high-confidence bugs identified and fixed in one pass.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0934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NAVIGATE-IN-RENDER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5910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AppLayout called navigate() during render (React anti-pattern)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901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&lt;Navigate&gt; declarative component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19072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719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40864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3957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WRONG AI CREDIT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377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credited "Powered by Claude AI (Anthropic)"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6883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to "Powered by Google Gemini AI"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505456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5054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27248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27248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1821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FAKE SOCIAL ICONS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31638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pointer but no href — clicks did nothing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3474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real &lt;a&gt; tags opening in new tabs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2918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913632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913632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96849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EMOJI GOOGLE LOGO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3950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 used blue-circle emoji instead of Google 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4261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the official multi-color SVG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4078224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078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700016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700016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754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FAQ DEFAULT-OPEN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20440" y="4736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pre-expanded contradicted "Click to expand"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20440" y="50474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questions now start collapsed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0" y="4864608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864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5486400"/>
            <a:ext cx="11274552" cy="676656"/>
          </a:xfrm>
          <a:prstGeom prst="roundRect">
            <a:avLst>
              <a:gd name="adj" fmla="val 16216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486400"/>
            <a:ext cx="73152" cy="67665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54126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EMOJI MOJIBAKE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520440" y="5522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PowerShell's Get-Content corrupted UTF-8 emojis in HTML files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20440" y="58338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Double-decode repair via WIN-1252 → UTF-8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5650992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138808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0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After12th AI is going next.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16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91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6550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ONLINE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free hosting → real public URL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15087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6916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FF6B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1691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6088" y="16550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RAZORPAY PAYMENTS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0288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UPI / card flow for Premium ₹499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6176" y="15087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94776" y="16916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494776" y="1691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0576" y="16550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PWA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on phones, offline mock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918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91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2552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 QUESTIONS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749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Chapter-wise practice, previous year papers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1688" y="31089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32918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4590288" y="3291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76088" y="32552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 COUNTDOWN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90288" y="3749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widget, milestone notifications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66176" y="31089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4776" y="32918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38808"/>
          </a:solidFill>
          <a:ln/>
        </p:spPr>
      </p:sp>
      <p:sp>
        <p:nvSpPr>
          <p:cNvPr id="36" name="Text 34"/>
          <p:cNvSpPr/>
          <p:nvPr/>
        </p:nvSpPr>
        <p:spPr>
          <a:xfrm>
            <a:off x="8494776" y="3291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0576" y="32552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VOICE TUTOR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94776" y="3749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doubts in Hindi/Hinglish, voice replies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8920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38808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8920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48554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 DOUBT FORUM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" y="53492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 students — gamified karma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61688" y="47091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90288" y="48920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38808"/>
          </a:solidFill>
          <a:ln/>
        </p:spPr>
      </p:sp>
      <p:sp>
        <p:nvSpPr>
          <p:cNvPr id="46" name="Text 44"/>
          <p:cNvSpPr/>
          <p:nvPr/>
        </p:nvSpPr>
        <p:spPr>
          <a:xfrm>
            <a:off x="4590288" y="48920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76088" y="48554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LESSONS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90288" y="53492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NCERT + concept videos per chapter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66176" y="470916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94776" y="489204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8494776" y="48920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80576" y="485546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PARENT DASHBOARD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94776" y="53492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reports for guardians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Indian students.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across the stack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160020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17M+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392424" y="2697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2424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+ JEE aspirants yearly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7648" y="160020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327648" y="2697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AVAILABILITY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tuition timings, no waiting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62872" y="160020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2s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262872" y="2697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62872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latency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1274552" cy="219456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23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10000" dirty="0"/>
          </a:p>
        </p:txBody>
      </p:sp>
      <p:sp>
        <p:nvSpPr>
          <p:cNvPr id="27" name="Text 25"/>
          <p:cNvSpPr/>
          <p:nvPr/>
        </p:nvSpPr>
        <p:spPr>
          <a:xfrm>
            <a:off x="1828800" y="42062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Indian student — regardless of city, background, or budget — deserves a personal mentor for the most important exams of their life.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2880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After12th AI Mission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FF6B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029200" y="3566160"/>
            <a:ext cx="2103120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— Built with ❤ for India's students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493776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937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493776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937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493776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25400">
            <a:solidFill>
              <a:srgbClr val="1388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4937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38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493776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937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493776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4937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locally → cd C:\Users\Cherry\after12th-ai → node server.cjs → http://localhost:3001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After12th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2026-05-29T17:17:04Z</dcterms:created>
  <dcterms:modified xsi:type="dcterms:W3CDTF">2026-05-29T17:17:04Z</dcterms:modified>
</cp:coreProperties>
</file>