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8B5CF6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"/>
            <a:ext cx="3200400" cy="3200400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06B6D4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After12th AI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FREE AI-Powered NEET &amp; JEE Preparation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137160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480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Presentation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by: Cherry (Samudrala Eswar Charan)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at: https://after12th-ai.vercel.app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picture at a glance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06040" cy="1463040"/>
          </a:xfrm>
          <a:prstGeom prst="roundRect">
            <a:avLst>
              <a:gd name="adj" fmla="val 9375"/>
            </a:avLst>
          </a:prstGeom>
          <a:solidFill>
            <a:srgbClr val="1E2447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65+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737360"/>
            <a:ext cx="2606040" cy="1463040"/>
          </a:xfrm>
          <a:prstGeom prst="roundRect">
            <a:avLst>
              <a:gd name="adj" fmla="val 9375"/>
            </a:avLst>
          </a:prstGeom>
          <a:solidFill>
            <a:srgbClr val="1E2447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8288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33756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2606040" cy="1463040"/>
          </a:xfrm>
          <a:prstGeom prst="roundRect">
            <a:avLst>
              <a:gd name="adj" fmla="val 9375"/>
            </a:avLst>
          </a:prstGeom>
          <a:solidFill>
            <a:srgbClr val="1E2447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8288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12648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15400" y="1737360"/>
            <a:ext cx="2606040" cy="1463040"/>
          </a:xfrm>
          <a:prstGeom prst="roundRect">
            <a:avLst>
              <a:gd name="adj" fmla="val 9375"/>
            </a:avLst>
          </a:prstGeom>
          <a:solidFill>
            <a:srgbClr val="1E244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18288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891540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(INR)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After12th AI?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is a full-stack web platform giving Indian Class 12 students access to world-class NEET &amp; JEE preparation for free. Built as a personal project, it combines Google Gemini AI for tutoring, Firebase for auth and data, and a modern React frontend with 3D visuals, gamification, and social features. Everything is live and running on free-tier services with zero operating cost.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https://after12th-ai.vercel.app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Indian students need a better solution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4754880" cy="4206240"/>
          </a:xfrm>
          <a:prstGeom prst="roundRect">
            <a:avLst>
              <a:gd name="adj" fmla="val 4348"/>
            </a:avLst>
          </a:prstGeom>
          <a:solidFill>
            <a:srgbClr val="1E2447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25L+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take NEET &amp; JEE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year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~1L MBBS + ~15K IIT seats available.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77840" y="1737360"/>
            <a:ext cx="6126480" cy="960120"/>
          </a:xfrm>
          <a:prstGeom prst="roundRect">
            <a:avLst>
              <a:gd name="adj" fmla="val 952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46520" y="18470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Coaching costs INR 50k-2L/year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194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Unaffordable for most families. Kota-style coaching is out of reach for tier-2/3 cities.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2834640"/>
            <a:ext cx="6126480" cy="960120"/>
          </a:xfrm>
          <a:prstGeom prst="roundRect">
            <a:avLst>
              <a:gd name="adj" fmla="val 952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446520" y="29443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personalized guidance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3291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small towns have no mentors, no counsellors, no roadmap.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3931920"/>
            <a:ext cx="6126480" cy="960120"/>
          </a:xfrm>
          <a:prstGeom prst="roundRect">
            <a:avLst>
              <a:gd name="adj" fmla="val 952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4023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⏰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46520" y="40416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2-3 months wasted after boards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4389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 12th results and admissions - most students drift with no direction.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5029200"/>
            <a:ext cx="6126480" cy="960120"/>
          </a:xfrm>
          <a:prstGeom prst="roundRect">
            <a:avLst>
              <a:gd name="adj" fmla="val 952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5120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🏛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446520" y="51389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picking colleges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6520" y="5486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vs Mech vs MBBS? Nobody explains it. Wrong choice = wrong career.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platform. Every answer. Zero cost.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Tutor 24/7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tutor answering doubts in English or Hinglish, anytime.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737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120640" y="1920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Unlimited Mocks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3774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NTA-pattern tests with real timer, auto-scoring, weakness analysis.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915400" y="1920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Predictor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23774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estimated AIR based on historical NEET/JEE cutoff data.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🏫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25880" y="4114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 Colleges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57200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directory of IITs, NITs, AIIMS with cutoffs and fees.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43400" y="3931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🧭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120640" y="4114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AI Guide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457200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quiz recommends CSE, ECE, MBBS etc. based on your interests.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0" y="39319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915400" y="4114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Planner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66760" y="457200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 a personalized day-by-day roadmap for your exam date.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Overview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fast, and 100% free-tier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611880" cy="4297680"/>
          </a:xfrm>
          <a:prstGeom prst="roundRect">
            <a:avLst>
              <a:gd name="adj" fmla="val 3797"/>
            </a:avLst>
          </a:prstGeom>
          <a:solidFill>
            <a:srgbClr val="1E2447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🎨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08760" y="2011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React 18 (Hooks + Context)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Vite 5 (build tool)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React Router 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Three.js + React Three Fiber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800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CSS-in-JS + glassmorphism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303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PWA (installable app)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1737360"/>
            <a:ext cx="3611880" cy="4297680"/>
          </a:xfrm>
          <a:prstGeom prst="roundRect">
            <a:avLst>
              <a:gd name="adj" fmla="val 3797"/>
            </a:avLst>
          </a:prstGeom>
          <a:solidFill>
            <a:srgbClr val="1E2447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920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303520" y="2011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27889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Node.js 20 + Express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17720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Rate limiting (30/min/IP)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CORS + JSON body 10MB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7720" y="4297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Static file serving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17720" y="4800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Environment variables (dotenv)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17720" y="5303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Deployed on Render.com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1737360"/>
            <a:ext cx="3611880" cy="4297680"/>
          </a:xfrm>
          <a:prstGeom prst="roundRect">
            <a:avLst>
              <a:gd name="adj" fmla="val 3797"/>
            </a:avLst>
          </a:prstGeom>
          <a:solidFill>
            <a:srgbClr val="1E2447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920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098280" y="2011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Data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412480" y="27889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Google Gemini 2.5 Flash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3291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Gemini Vision (image AI)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12480" y="3794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Web Speech API (voice)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4297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Firebase Firestore (DB)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4800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Firebase Auth (login)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0" y="5303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LocalStorage (offline data)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through the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1E2447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(Browser / PWA)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React SPA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Firebase Auth SDK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LocalStorage cache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Service Worker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3977640" y="2651760"/>
            <a:ext cx="274320" cy="365760"/>
          </a:xfrm>
          <a:prstGeom prst="rightTriangle">
            <a:avLst/>
          </a:prstGeom>
          <a:solidFill>
            <a:srgbClr val="A78B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737360"/>
            <a:ext cx="3291840" cy="2194560"/>
          </a:xfrm>
          <a:prstGeom prst="roundRect">
            <a:avLst>
              <a:gd name="adj" fmla="val 6250"/>
            </a:avLst>
          </a:prstGeom>
          <a:solidFill>
            <a:srgbClr val="1E2447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(Vercel)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0" y="2331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Static hosting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697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Auto-deploy from GitHub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CDN worldwide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Sub-second load time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635240" y="2651760"/>
            <a:ext cx="274320" cy="365760"/>
          </a:xfrm>
          <a:prstGeom prst="rightTriangle">
            <a:avLst/>
          </a:prstGeom>
          <a:solidFill>
            <a:srgbClr val="A78B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737360"/>
            <a:ext cx="3566160" cy="2194560"/>
          </a:xfrm>
          <a:prstGeom prst="roundRect">
            <a:avLst>
              <a:gd name="adj" fmla="val 6250"/>
            </a:avLst>
          </a:prstGeom>
          <a:solidFill>
            <a:srgbClr val="1E2447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18288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(Render)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Express API server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2697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/api/chat endpoint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Rate limiting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3429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Gemini API proxy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1605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SERVICES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5720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4193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Auth (Mumbai)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5166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+ Email 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asia-south1 region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0" y="45720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419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Firestore (Mumbai)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11880" y="5166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document 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rules enforced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45720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4193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API (Google)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46520" y="5166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used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44000" y="45720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4193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81160" y="4663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 (Singapore)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281160" y="5166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hosting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Asia-southeast region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Security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Firestore per-user isolation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Methods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📧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417320" y="2286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+ Password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651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Firebase email auth. Verification email on signup.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20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🔑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417320" y="3474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OAuth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login with Google account. Redirect via /__/auth/handler.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737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Rules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2148840"/>
            <a:ext cx="5394960" cy="3886200"/>
          </a:xfrm>
          <a:prstGeom prst="roundRect">
            <a:avLst>
              <a:gd name="adj" fmla="val 2353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286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Users can ONLY read/write their own uid document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880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Firestore rules block cross-user access at DB level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3474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.env file with GEMINI_API_KEY is gitignored (never pushed)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0690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Rate limit: 30 requests/min per IP on /api/chat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4663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Authorized Domains: both after12-ai + after12th-ai added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5257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HTTPS-only (Vercel + Render enforce SSL)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Features (13)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Google Gemini 2.5 Flash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Tutor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 solver in EN + Hinglish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73736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6052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 Doubt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question, AI solves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🗣️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9516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Chat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voice conversation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73736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82980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Summarizer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81160" y="23774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lesson, get notes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🧪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25880" y="3429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Generator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MCQs on any topic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324612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160520" y="3429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Personality Tutor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11880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personas: friendly/strict/etc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324612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995160" y="3429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Roadmap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46520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plan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52560" y="324612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829800" y="34290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Practice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281160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picks Qs by weakness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475488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1325880" y="4937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 Maps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" y="5394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concept builder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83280" y="475488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16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4160520" y="4937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Cheatsheet Gen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611880" y="5394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Auto-build revision sheets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17920" y="475488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🎤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6995160" y="4937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 Interview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446520" y="5394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college admissions Q&amp;A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052560" y="475488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3544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9829800" y="4937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 Writer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9281160" y="5394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purpose builder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Journey Story - Personalized success story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Study Tools (7)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Anki-style, adaptive, and data-driven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🎴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SRS Flashcards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Anki-style spaced repetition with SM-2 algorithm. Cards resurface based on your recall.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737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✏️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6052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Highlighter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2377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important text in notes with 5 colors. All highlights saved automatically.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9516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 Maps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377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visual concept trees for any topic. Radial layout with 5-6 branches.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737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82980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Cheatsheet Gen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81160" y="2377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content, AI auto-builds one-page revision cheatsheet. Downloadable.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🍅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25880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Pomodoro + Task Linker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663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25/45/50 min focus timer that logs WHICH subject you studied. Feeds heatmap.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4023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160520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Weakness Heatmap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11880" y="4663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showing your weak topics per subject. Auto-updates from test scores.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023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995160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Practice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46520" y="4663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picks question difficulty based on your test history. Targets weak areas.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Gamification System (7)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XP, levels, streaks - like Duolingo for exam prep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🏅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XP / Levels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earns XP. Levels calculated via sqrt curve.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737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🥇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6052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Leaderboard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2377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with 8 AI bots + real users, ranked by XP.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9516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Challenges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377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rotating tasks per day. Each = 15-50 XP reward.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737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82980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Tournament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81160" y="2377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XP race. Podium badges + bonus XP for winners.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🎁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25880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Loot Box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663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100 XP for random reward - tips, wallpapers, XP.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4023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🐉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160520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Pet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11880" y="4663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evolutions: Egg to Ancient Dragon. Grows with your level.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023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995160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Tree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46520" y="4663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unlock as you level up. Physics + Chemistry.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&amp; Utility Pages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toolkit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1E2447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PYQ Papers (10 years)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NCERT Solutions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Concept Articles (AI)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Podcast episodes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Biology Diagrams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Formula Sheet (NEET/JEE aware)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1E2447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Scientific Calculator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9828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Interactive Periodic Table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Whiteboard (canvas draw)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9828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3D Molecule Viewer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Global Search (Ctrl+K)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9828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Theme Customizer (5 themes)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1E2447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251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&amp; College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4709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Career Path Explorer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4709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College Comparison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212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Alumni Network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5212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Ask a Senior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5715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Counselling Booking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29000" y="5715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Internships Board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11480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1E244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251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Wellness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92240" y="4709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Meditation Timer (5-15 min)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098280" y="4709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Pre-exam Calm Mode (4-7-8 breath)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5212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Mood Tracker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098280" y="5212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Hydration Reminder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5715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Study Wallpapers download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098280" y="5715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Mascot Hoot (owl guide)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&amp; Community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together, not alone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2588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Buddy Match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AI-matched peers at your level, showing % compatibility.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737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📺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6052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Study Rooms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2377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rooms with focus timer and quiet chat. Join by subject.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737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💌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9516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Messages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377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matched buddies. Group chats for study squads.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737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🎤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829800" y="1920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Threads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81160" y="2377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Reddit-style topic organized posts. 6 categories.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👨‍🏫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25880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 Senior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663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college seniors from IIT/AIIMS/NIT offering free advice.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4023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160520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Challenges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11880" y="4663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compete on same set of questions.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023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📣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995160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Announcement Feed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46520" y="4663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updates, results, counselling reminders.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52560" y="402336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354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👨‍🎓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9829800" y="42062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Alumni Network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281160" y="46634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graduates now in tech/medicine careers.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Animations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feels alive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745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554480" y="20299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Glow Follow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8745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🎊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389120" y="20299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Confetti on Win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8745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✍️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223760" y="20299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Typewriter Hero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18745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🎨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0058400" y="20299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Gradient Shift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1089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💫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554480" y="32644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Particles (22)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297180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1089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389120" y="32644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Ripple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297180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1089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🔥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7223760" y="32644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Flame Grow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52560" y="297180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9720" y="310896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10058400" y="326440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Line Draw (SVG)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3434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1554480" y="44988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383280" y="420624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43434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🎭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4389120" y="44988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Transition Wipe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4206240"/>
            <a:ext cx="2697480" cy="1051560"/>
          </a:xfrm>
          <a:prstGeom prst="roundRect">
            <a:avLst>
              <a:gd name="adj" fmla="val 8696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434340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🪐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7223760" y="44988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Orbiting Planet Background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built with CSS keyframes + IntersectionObserver + Canvas. No heavy libraries.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&amp; Discoverability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on Google, one schema at a 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Result Schemas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91440" cy="137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Schema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dropdowns in Google search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91440" cy="1371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Schema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card with pricing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91440" cy="1371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HowTo Schema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guide preview in results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91440" cy="1371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Breadcrumb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path shown under URL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9144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0896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star rating with 2,847 reviews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91440" cy="1371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WebApplication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0896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Educational App tag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91440" cy="13716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937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(pricing page)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4937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offers with INR pricing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91440" cy="1371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394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ItemList (colleges)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08960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6 colleges list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SEO Work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309360" y="219456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22860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Sitemap.xml with 15 URLs submitted to GSC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26700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Robots.txt with proper Sitemap directive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30540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Canonical URLs on every page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34381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Optimized titles targeting keywords like "free neet ai tutor"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38221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Meta descriptions ~155 chars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240" y="4206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OpenGraph + Twitter Card tags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45902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landing pages (mock-test + rank-predictor per exam)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92240" y="497433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Blog with 3 initial articles at /blog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92240" y="53583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Hero3D code-split (bundle 48% smaller)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92240" y="57424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Google Search Console verified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Infrastructure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Global, free, and fast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611880" cy="4480560"/>
          </a:xfrm>
          <a:prstGeom prst="roundRect">
            <a:avLst>
              <a:gd name="adj" fmla="val 3797"/>
            </a:avLst>
          </a:prstGeom>
          <a:solidFill>
            <a:srgbClr val="1E2447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3017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URL: after12th-ai.vercel.app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50215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Auto-deploy from GitHub main branch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9867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Global edge CDN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4714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HTTPS automatic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9560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Free hobby tier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440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Build time: ~10 seconds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1737360"/>
            <a:ext cx="3611880" cy="4480560"/>
          </a:xfrm>
          <a:prstGeom prst="roundRect">
            <a:avLst>
              <a:gd name="adj" fmla="val 3797"/>
            </a:avLst>
          </a:prstGeom>
          <a:solidFill>
            <a:srgbClr val="1E2447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17720" y="3017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URL: after12th-ai.onrender.com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350215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Region: Singapore (asia-southeast)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39867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Node.js Express server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44714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Auto-deploy from GitHub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49560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Free plan (sleeps after inactivity)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5440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Env vars stored in Render dashboard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1737360"/>
            <a:ext cx="3611880" cy="4480560"/>
          </a:xfrm>
          <a:prstGeom prst="roundRect">
            <a:avLst>
              <a:gd name="adj" fmla="val 3797"/>
            </a:avLst>
          </a:prstGeom>
          <a:solidFill>
            <a:srgbClr val="1E2447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6676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Cloud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412480" y="30175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Region: Mumbai (asia-south1)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350215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Auth (Email + Google)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0" y="398678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Firestore per-user documents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447141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Security rules enforce isolation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49560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Free Spark plan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0" y="5440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50k reads/day quota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Keys, Services &amp; Cost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used - and every one is FREE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Keys &amp; Services Used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aistudio.google.com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2788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Console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(Spark)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Console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(50k rd/day)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Hosting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vercel.com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(Hobby)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160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Backend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4160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4160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(750h/mo)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617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Console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search.google.com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5074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(Sora/DM Sans)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5074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fonts.google.com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80560" y="5074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5532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Embeds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34640" y="5532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i.ytimg.com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5532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1737360"/>
            <a:ext cx="5486400" cy="4480560"/>
          </a:xfrm>
          <a:prstGeom prst="roundRect">
            <a:avLst>
              <a:gd name="adj" fmla="val 4082"/>
            </a:avLst>
          </a:prstGeom>
          <a:solidFill>
            <a:srgbClr val="14193A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MONTHLY COST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09360" y="260604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0</a:t>
            </a:r>
            <a:endParaRPr lang="en-US" sz="22000" dirty="0"/>
          </a:p>
        </p:txBody>
      </p:sp>
      <p:sp>
        <p:nvSpPr>
          <p:cNvPr id="36" name="Text 34"/>
          <p:cNvSpPr/>
          <p:nvPr/>
        </p:nvSpPr>
        <p:spPr>
          <a:xfrm>
            <a:off x="630936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Zero. Nada. Nothing.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09360" y="55321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need: Gemini API key (free), Firebase project (free), GitHub account.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#1: URL Migration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after12-ai to after12th-ai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155680" cy="822960"/>
          </a:xfrm>
          <a:prstGeom prst="roundRect">
            <a:avLst>
              <a:gd name="adj" fmla="val 11111"/>
            </a:avLst>
          </a:prstGeom>
          <a:solidFill>
            <a:srgbClr val="14193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105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Vercel URL was after12-ai (missing "th"). SEO was building on wrong URL. Renaming needed migration across Firebase, Google OAuth, and Google Search Console.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1155680" cy="621792"/>
          </a:xfrm>
          <a:prstGeom prst="roundRect">
            <a:avLst>
              <a:gd name="adj" fmla="val 11765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706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Created new Vercel project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7889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it "after12th-ai" with the correct URL structure.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10712"/>
            <a:ext cx="11155680" cy="621792"/>
          </a:xfrm>
          <a:prstGeom prst="roundRect">
            <a:avLst>
              <a:gd name="adj" fmla="val 11765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838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Updated Firebase Auth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502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new domain to Authorized Domains list. Fixed auth-unauthorized-domain error.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23944"/>
            <a:ext cx="11155680" cy="621792"/>
          </a:xfrm>
          <a:prstGeom prst="roundRect">
            <a:avLst>
              <a:gd name="adj" fmla="val 11765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970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Updated Google OAuth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421538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new URL to Authorized JavaScript origins + /__/auth/handler as redirect URI.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837176"/>
            <a:ext cx="11155680" cy="621792"/>
          </a:xfrm>
          <a:prstGeom prst="roundRect">
            <a:avLst>
              <a:gd name="adj" fmla="val 11765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9103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Migrated GSC property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492861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new property. Old property retained for historical data.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550408"/>
            <a:ext cx="11155680" cy="621792"/>
          </a:xfrm>
          <a:prstGeom prst="roundRect">
            <a:avLst>
              <a:gd name="adj" fmla="val 11765"/>
            </a:avLst>
          </a:prstGeom>
          <a:solidFill>
            <a:srgbClr val="1E2447"/>
          </a:solidFill>
          <a:ln w="12700">
            <a:solidFill>
              <a:srgbClr val="2F3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623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Fixed all references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5641848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sitemap.xml, robots.txt, canonical URLs, OG tags - all updated to new URL.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#2: The Bugs We Squashed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stumble taught us something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155680" cy="804672"/>
          </a:xfrm>
          <a:prstGeom prst="roundRect">
            <a:avLst>
              <a:gd name="adj" fmla="val 11364"/>
            </a:avLst>
          </a:prstGeom>
          <a:solidFill>
            <a:srgbClr val="1E244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18105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localhost login links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21214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Discovery: 48 broken /login links across 6 marketing HTML pages pointed to http://localhost:3001 - live users hit dead links.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8972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Bulk replaced with /login using PowerShell script.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11155680" cy="804672"/>
          </a:xfrm>
          <a:prstGeom prst="roundRect">
            <a:avLst>
              <a:gd name="adj" fmla="val 11364"/>
            </a:avLst>
          </a:prstGeom>
          <a:solidFill>
            <a:srgbClr val="1E244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7249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Sitemap "Couldn't fetch"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0358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GSC kept rejecting sitemap.xml. Root cause: vercel.json regex was catching sitemap.xml and rewriting to /index.html.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89720" y="2788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Used negative lookahead: /((?!api|sitemap\.xml|robots\.txt|.*\..*).*)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11155680" cy="804672"/>
          </a:xfrm>
          <a:prstGeom prst="roundRect">
            <a:avLst>
              <a:gd name="adj" fmla="val 11364"/>
            </a:avLst>
          </a:prstGeom>
          <a:solidFill>
            <a:srgbClr val="1E244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36393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auth-unauthorized-domain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39502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testing on new URL got "unauthorized domain" error on Google login.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89720" y="3703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Added new domain to Firebase Authorized Domains + Google Cloud OAuth origins.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11155680" cy="804672"/>
          </a:xfrm>
          <a:prstGeom prst="roundRect">
            <a:avLst>
              <a:gd name="adj" fmla="val 11364"/>
            </a:avLst>
          </a:prstGeom>
          <a:solidFill>
            <a:srgbClr val="1E244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34440" y="45537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PWA icon encoding mojibake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34440" y="48646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vite.config.js name field had corrupted characters (â€") from PowerShell UTF-8 issues.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89720" y="4617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Manual clean-write with proper encoding.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5394960"/>
            <a:ext cx="11155680" cy="804672"/>
          </a:xfrm>
          <a:prstGeom prst="roundRect">
            <a:avLst>
              <a:gd name="adj" fmla="val 11364"/>
            </a:avLst>
          </a:prstGeom>
          <a:solidFill>
            <a:srgbClr val="1E244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577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📺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234440" y="54681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Music videos unavailable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34440" y="57790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 video IDs returned "recording not available" for some users.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89720" y="5532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Replaced with evergreen upload IDs + added YouTube fallback link.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#3: Technical Wins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problems, elegant solutions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1E244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🎮  Hero3D Bundle Size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Three.js weighed 881 KB - blocking initial page load. Lighthouse gave a poor LCP score.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Code-split into own chunk via Vite manualChunks + React.lazy(). Main app bundle dropped 977 -&gt; 503 KB (48% smaller). Three.js only loads on homepage.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1E2447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🌀  Scroll Animation Debugging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2860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IntersectionObserver made buttons invisible when scrolled past. Reveal component with "once: false" hid content permanently.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31089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Rewrote as hybrid: never hide content, add subtle pulse on re-entry via global ScrollPulse component. Later removed per user request.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06908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1E244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🧬  NEET vs JEE Content Differentiation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6177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NEET student was seeing Maths formulas (not relevant for medical entrance).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54406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Reads user.exam from localStorage. Subjects array conditionally includes Biology (NEET) or Mathematics (JEE). Added full Biology formula bank.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4069080"/>
            <a:ext cx="5486400" cy="2194560"/>
          </a:xfrm>
          <a:prstGeom prst="roundRect">
            <a:avLst>
              <a:gd name="adj" fmla="val 4167"/>
            </a:avLst>
          </a:prstGeom>
          <a:solidFill>
            <a:srgbClr val="1E244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🛣️  Vercel Static + SPA Routing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46177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Static marketing HTML pages (index.html, neet.html) + React SPA routes had conflicts. Clean URLs like /neet, /blog, /free-neet-mock-test needed to work.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54406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Vercel.json with 12 explicit rewrite rules + negative lookahead fallback to index.html. Each landing page routed to its own .html file.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Statistics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97480" cy="1965960"/>
          </a:xfrm>
          <a:prstGeom prst="roundRect">
            <a:avLst>
              <a:gd name="adj" fmla="val 6977"/>
            </a:avLst>
          </a:prstGeom>
          <a:solidFill>
            <a:srgbClr val="1E2447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7452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65+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697480" cy="1965960"/>
          </a:xfrm>
          <a:prstGeom prst="roundRect">
            <a:avLst>
              <a:gd name="adj" fmla="val 6977"/>
            </a:avLst>
          </a:prstGeom>
          <a:solidFill>
            <a:srgbClr val="1E2447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87452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55+</a:t>
            </a:r>
            <a:endParaRPr lang="en-US" sz="6800" dirty="0"/>
          </a:p>
        </p:txBody>
      </p:sp>
      <p:sp>
        <p:nvSpPr>
          <p:cNvPr id="12" name="Text 10"/>
          <p:cNvSpPr/>
          <p:nvPr/>
        </p:nvSpPr>
        <p:spPr>
          <a:xfrm>
            <a:off x="3383280" y="3108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Items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697480" cy="1965960"/>
          </a:xfrm>
          <a:prstGeom prst="roundRect">
            <a:avLst>
              <a:gd name="adj" fmla="val 6977"/>
            </a:avLst>
          </a:prstGeom>
          <a:solidFill>
            <a:srgbClr val="1E2447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87452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6800" dirty="0"/>
          </a:p>
        </p:txBody>
      </p:sp>
      <p:sp>
        <p:nvSpPr>
          <p:cNvPr id="15" name="Text 13"/>
          <p:cNvSpPr/>
          <p:nvPr/>
        </p:nvSpPr>
        <p:spPr>
          <a:xfrm>
            <a:off x="6217920" y="3108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697480" cy="1965960"/>
          </a:xfrm>
          <a:prstGeom prst="roundRect">
            <a:avLst>
              <a:gd name="adj" fmla="val 6977"/>
            </a:avLst>
          </a:prstGeom>
          <a:solidFill>
            <a:srgbClr val="1E2447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0" y="187452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800" dirty="0"/>
          </a:p>
        </p:txBody>
      </p:sp>
      <p:sp>
        <p:nvSpPr>
          <p:cNvPr id="18" name="Text 16"/>
          <p:cNvSpPr/>
          <p:nvPr/>
        </p:nvSpPr>
        <p:spPr>
          <a:xfrm>
            <a:off x="9052560" y="3108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Types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2697480" cy="1965960"/>
          </a:xfrm>
          <a:prstGeom prst="roundRect">
            <a:avLst>
              <a:gd name="adj" fmla="val 6977"/>
            </a:avLst>
          </a:prstGeom>
          <a:solidFill>
            <a:srgbClr val="1E244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690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800" dirty="0"/>
          </a:p>
        </p:txBody>
      </p:sp>
      <p:sp>
        <p:nvSpPr>
          <p:cNvPr id="21" name="Text 19"/>
          <p:cNvSpPr/>
          <p:nvPr/>
        </p:nvSpPr>
        <p:spPr>
          <a:xfrm>
            <a:off x="548640" y="53035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Systems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83280" y="3931920"/>
            <a:ext cx="2697480" cy="1965960"/>
          </a:xfrm>
          <a:prstGeom prst="roundRect">
            <a:avLst>
              <a:gd name="adj" fmla="val 6977"/>
            </a:avLst>
          </a:prstGeom>
          <a:solidFill>
            <a:srgbClr val="1E2447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40690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800" dirty="0"/>
          </a:p>
        </p:txBody>
      </p:sp>
      <p:sp>
        <p:nvSpPr>
          <p:cNvPr id="24" name="Text 22"/>
          <p:cNvSpPr/>
          <p:nvPr/>
        </p:nvSpPr>
        <p:spPr>
          <a:xfrm>
            <a:off x="3383280" y="53035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URLs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3931920"/>
            <a:ext cx="2697480" cy="1965960"/>
          </a:xfrm>
          <a:prstGeom prst="roundRect">
            <a:avLst>
              <a:gd name="adj" fmla="val 6977"/>
            </a:avLst>
          </a:prstGeom>
          <a:solidFill>
            <a:srgbClr val="1E2447"/>
          </a:solidFill>
          <a:ln w="254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40690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4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800" dirty="0"/>
          </a:p>
        </p:txBody>
      </p:sp>
      <p:sp>
        <p:nvSpPr>
          <p:cNvPr id="27" name="Text 25"/>
          <p:cNvSpPr/>
          <p:nvPr/>
        </p:nvSpPr>
        <p:spPr>
          <a:xfrm>
            <a:off x="6217920" y="53035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Rich Schemas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052560" y="3931920"/>
            <a:ext cx="2697480" cy="1965960"/>
          </a:xfrm>
          <a:prstGeom prst="roundRect">
            <a:avLst>
              <a:gd name="adj" fmla="val 6977"/>
            </a:avLst>
          </a:prstGeom>
          <a:solidFill>
            <a:srgbClr val="1E2447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52560" y="40690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800" dirty="0"/>
          </a:p>
        </p:txBody>
      </p:sp>
      <p:sp>
        <p:nvSpPr>
          <p:cNvPr id="30" name="Text 28"/>
          <p:cNvSpPr/>
          <p:nvPr/>
        </p:nvSpPr>
        <p:spPr>
          <a:xfrm>
            <a:off x="9052560" y="53035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Themes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2286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11795760" y="320040"/>
            <a:ext cx="182880" cy="1828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11932920" y="457200"/>
            <a:ext cx="109728" cy="1097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 / Future Work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ahead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1E2447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Buy custom domain (after12thai.com)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Setup real push notifications (FCM)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971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Enable Firebase Phone Auth (2FA)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 Google Analytics 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611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Cookie consent banner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73736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1E2447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&amp; Growth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2331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 20+ more blog posts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651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Multi-language: Tamil, Telugu, Bengali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971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 PYQ paper PDFs (partner content)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3291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Alumni network real signups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611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Marketing on Instagram &amp; YouTube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1E2447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206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663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Razorpay integration for Premium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983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Books Store affiliate revenue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5303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Sponsored coaching banner ads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5623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Workshop ticket sales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943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1-on-1 mentor bookings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406908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1E244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206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2240" y="4663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WebSocket for real Live Rooms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4983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 Direct Messages backend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5303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Admin dashboard for moderation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5623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Backend caching layer (Redis)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5943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GraphQL API for external devs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After12th AI - Project Presentation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8B5CF6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"/>
            <a:ext cx="3200400" cy="3200400"/>
          </a:xfrm>
          <a:prstGeom prst="ellipse">
            <a:avLst/>
          </a:prstGeom>
          <a:solidFill>
            <a:srgbClr val="EC489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06B6D4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obsession. Shared for free.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137160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937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https://after12th-ai.vercel.app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samudralaeswarcharan96@gmail.com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for Indian students. Made with love.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After12th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After12th AI - Project Presentation</dc:title>
  <dc:subject>PptxGenJS Presentation</dc:subject>
  <dc:creator>Cherry (eswar)</dc:creator>
  <cp:lastModifiedBy>Cherry (eswar)</cp:lastModifiedBy>
  <cp:revision>1</cp:revision>
  <dcterms:created xsi:type="dcterms:W3CDTF">2026-07-07T14:28:43Z</dcterms:created>
  <dcterms:modified xsi:type="dcterms:W3CDTF">2026-07-07T14:28:43Z</dcterms:modified>
</cp:coreProperties>
</file>