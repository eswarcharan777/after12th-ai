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F6B0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4206240" cy="411480"/>
          </a:xfrm>
          <a:prstGeom prst="roundRect">
            <a:avLst>
              <a:gd name="adj" fmla="val 48889"/>
            </a:avLst>
          </a:prstGeom>
          <a:solidFill>
            <a:srgbClr val="FF6B00">
              <a:alpha val="30000"/>
            </a:srgbClr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8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 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DID </a:t>
            </a:r>
            <a:pPr indent="0" marL="0">
              <a:buNone/>
            </a:pPr>
            <a:r>
              <a:rPr lang="en-US" sz="74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</a:t>
            </a:r>
            <a:pPr indent="0" marL="0">
              <a:buNone/>
            </a:pPr>
            <a:r>
              <a:rPr lang="en-US" sz="7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7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every engineering choice made on the After12th AI project — and the reasoning behind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3816" y="46634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1E2D4A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466344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MODEL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85616" y="46634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1E2D4A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466344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57416" y="46634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1E2D4A"/>
          </a:solidFill>
          <a:ln w="25400">
            <a:solidFill>
              <a:srgbClr val="1388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466344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138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29216" y="4663440"/>
            <a:ext cx="2697480" cy="868680"/>
          </a:xfrm>
          <a:prstGeom prst="roundRect">
            <a:avLst>
              <a:gd name="adj" fmla="val 12632"/>
            </a:avLst>
          </a:prstGeom>
          <a:solidFill>
            <a:srgbClr val="1E2D4A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9216" y="466344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/ UX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Cherry · Engineered with Claude · One session · 8 major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STARTING POINT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 when I opened the project for the first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EXISTED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HTML pages (index, neet, jee, etc.)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with 8 routes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mock questions + 28 colleges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scaffold for Claude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UI (display only — no payments)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form with localStorage-only auth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5352" y="155448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554480"/>
            <a:ext cx="5486400" cy="5029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1554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GAPS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28232" y="2194560"/>
            <a:ext cx="51206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required a paid Claude API key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user accounts (anyone could "login")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test scores died with browser cache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credited the wrong AI provider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Mojibake emojis in marketing HTML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✗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and HTML site had conflicting flows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#1 · VERIFY FIRST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code, prove the existing app actually works end-to-end.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BEFORE PRESCRIBING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 the server, hit every endpoint, audit dependencies — then write the report.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Booted server.cjs locally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Vite build present in dist/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POSTed to /api/chat with each mode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all 6 React pages to routes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user's "missing features" usually already exist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rewriting code that already works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silent breakage early (api keys, broken builds)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with concrete proof, not opinions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project was 95% complete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blocker was a missing API key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hours of unnecessary refactoring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user a clear "what's done vs missing" map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#2 · GEMINI OVER CLAUDE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AI model to the user's budget — not the other way around.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&gt; BETTER MODEL, WHEN BUDGET = ₹0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Swap Anthropic Claude API for Google Gemini 2.5 Flash.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server.cjs to call generativelanguage.googleapis.com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native Node fetch — no extra SDK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same /api/chat contract → zero frontend changes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placeholder-key detection for demo fallback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needs ₹400+ minimum + credit card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= 250 req/day, 10 req/min, FREE forever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a student building a portfolio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 is more than enough for tutoring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surface, zero downstream rewrites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tutor working with ₹0 spend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switch back later (one function swap)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 — same demo-mode fallback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#3 · FIREBASE AUTH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accounts beat localStorage — but only if setup stays painless.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AUTH OVER CUSTOM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Firebase Authentication for Email + Google sign-in.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firebase npm package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src/firebase.js with config + helpers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Login.jsx with real auth flow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Google SVG logo + friendly error map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auth from scratch = 2 weeks + bugs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= 50,000 monthly users FREE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JWT, password hashing, OAuth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code, no DB, no email service needed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persist forever (not just this browser)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Google sign-in works on mobile too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still available for unconfigured setups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paths cleanly fall back if Firebase is off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#4 · FIRESTORE + SECURITY RULES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NoSQL doc store is enough when each user owns one document.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 PER 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Cloud-sync scores and study plans to Firestore at users/{uid}.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src/userdata.js — unified read/write helper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Dashboard, MockTest, StudyPlanner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 asia-south1 (Mumbai) for speed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security rules: uid-only access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data dies with browser cache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expect cross-device sync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free tier covers thousands of users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docs = simple model, simple rules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follow user across devices automatically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 — even devs can't read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localStorage mirror keeps app fast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mode replaced with permanent secure rules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#5 · TRIPLE THE CONTENT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mock tests need a real question bank — and breadth across chapters.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COVERAGE BEATS RAW COUNT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 to 95 questions + 53 colleges with explanations.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NEET: 20 → 50 (Physics, Chem, Bio + numericals)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JEE: 15 → 45 (added Maths, advanced topics)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Colleges: 28 → 53 (more IITs, NITs, AIIMS, BITS)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has step-by-step explanation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≠ a real mock test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Single-chapter coverage made stats meaningless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judge a prep app by question depth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are the differentiator vs free PDFs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tests now span 20+ chapters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finder covers Tier 1 + Tier 2 across India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predictor has real cutoffs to map against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finally feels like a serious study tool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#6 · BUG AUDIT, NOT BUG HUNT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source for confidence-1 bugs — don't hope to spot them at runtime.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REVIEW &gt; RANDOM CLICKING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code for React anti-patterns and stale strings, fix in one pass.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navigate() during render → &lt;Navigate /&gt; component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"Powered by Claude" → "Powered by Gemini"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social icons → real &lt;a target="_blank"&gt;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Google logo → real multi-color SVG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testing misses warning-only bugs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strings damage credibility instantly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cursor: pointer with no link is user-hostile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details signal product quality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React render warnings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correctly credits the live AI provider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icons actually work on click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button looks like a real Google button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#7 · MARKETING + APP COEXIST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kill the static HTML site — let it live alongside the React build.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FRONT-ENDS, ONE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Vite a dedicated entry (app.html) so marketing HTML stays untouched.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app.html as the React mount file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 Vite's rollupOptions.input there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Post-build copies dist/app.html → dist/index.html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marketing HTML files at project root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HTMLs work offline via file://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was choking on emoji-mangled index.html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Server-served React needs index.html as root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shouldn't do two incompatible jobs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now works cleanly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serves React SPA at /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File-explorer users still see marketing site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flows point to the same /login route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#8 · DOUBLE-DECODE REPAIR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investigation: PowerShell's default encoding silently corrupted UTF-8.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280160" cy="1280160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920240" y="1600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ROOT CAUSE, DON'T RETYPE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Reverse the corruption mathematically instead of restoring from backup.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Identified: PS Get-Content read UTF-8 as Win-1252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bytes back garbled (🎓 became "ðŸŽ\"")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Win-1252 GetBytes then UTF-8 GetString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all 6 marketing HTML files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361688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git history meant no backup to revert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Retyping all emojis is error-prone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bug prevents recurrence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6-line fix beats 6 file rewrites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108960"/>
            <a:ext cx="3657600" cy="3108960"/>
          </a:xfrm>
          <a:prstGeom prst="roundRect">
            <a:avLst>
              <a:gd name="adj" fmla="val 3529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22" name="Text 20"/>
          <p:cNvSpPr/>
          <p:nvPr/>
        </p:nvSpPr>
        <p:spPr>
          <a:xfrm>
            <a:off x="8266176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94776" y="370332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emojis restored across 6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bars, buttons, hamburger menu = clean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learned why and how to avoid next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FF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memory for future sessions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114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FINAL ARCHITECTURE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097280" cy="54864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789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above, assembled into a single system.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(BROWSER)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routing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SDK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sign-in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userdata.js helper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Firestore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mirror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61688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1688" y="1554480"/>
            <a:ext cx="365760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361688" y="1554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 (NODE)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0288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+ CORS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90288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90288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0288" y="3566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req/min/IP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90288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/api/chat endpoint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0288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Gemini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90288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Demo-mode fallback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90288" y="5486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API key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66176" y="155448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66176" y="1554480"/>
            <a:ext cx="3657600" cy="50292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3" name="Text 31"/>
          <p:cNvSpPr/>
          <p:nvPr/>
        </p:nvSpPr>
        <p:spPr>
          <a:xfrm>
            <a:off x="8266176" y="1554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(GOOGLE)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94776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94776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 (free tier)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94776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94776" y="3566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identity (free)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94776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(Mumbai)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94776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 per user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94776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94776" y="5486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uid-locked access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FF6B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600" kern="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DECISIONS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PRODUCTION-READY APP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0" y="3520440"/>
            <a:ext cx="2103120" cy="73152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" y="38404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3931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13816" y="4800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85616" y="38404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85616" y="3931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785616" y="4800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57416" y="38404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3931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757416" y="4800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29216" y="384048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E2D4A"/>
          </a:solidFill>
          <a:ln w="12700">
            <a:solidFill>
              <a:srgbClr val="2A3E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9216" y="3931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729216" y="4800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optimised for: free, secure, simple, reversible.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· Decision Log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2026-06-10T09:29:49Z</dcterms:created>
  <dcterms:modified xsi:type="dcterms:W3CDTF">2026-06-10T09:29:49Z</dcterms:modified>
</cp:coreProperties>
</file>